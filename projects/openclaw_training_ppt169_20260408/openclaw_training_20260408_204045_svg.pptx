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  <Relationship Id="rId3" Type="http://schemas.openxmlformats.org/officeDocument/2006/relationships/image" Target="../media/image19.sv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  <Relationship Id="rId3" Type="http://schemas.openxmlformats.org/officeDocument/2006/relationships/image" Target="../media/image20.sv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  <Relationship Id="rId3" Type="http://schemas.openxmlformats.org/officeDocument/2006/relationships/image" Target="../media/image21.sv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  <Relationship Id="rId3" Type="http://schemas.openxmlformats.org/officeDocument/2006/relationships/image" Target="../media/image22.sv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  <Relationship Id="rId3" Type="http://schemas.openxmlformats.org/officeDocument/2006/relationships/image" Target="../media/image23.sv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  <Relationship Id="rId3" Type="http://schemas.openxmlformats.org/officeDocument/2006/relationships/image" Target="../media/image24.sv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png"/>
  <Relationship Id="rId3" Type="http://schemas.openxmlformats.org/officeDocument/2006/relationships/image" Target="../media/image25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