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24212" y="2229802"/>
            <a:ext cx="454357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全球情报日报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63733" y="3027998"/>
            <a:ext cx="42645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2026-04-11 | 第 109 期 | 零壹情报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619500"/>
            <a:ext cx="1905000" cy="28575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0BFA5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37785" y="25336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感谢收看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07919" y="3457575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零壹情报 · 用外星智慧，解人间难题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