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68591" y="2181225"/>
            <a:ext cx="425481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gradFill>
                  <a:gsLst>
                    <a:gs pos="0">
                      <a:srgbClr val="3B82F6"/>
                    </a:gs>
                    <a:gs pos="100000">
                      <a:srgbClr val="1E40AF"/>
                    </a:gs>
                  </a:gsLst>
                  <a:lin ang="2700000" scaled="1"/>
                </a:gradFill>
                <a:latin typeface="Arial"/>
                <a:ea typeface="Microsoft YaHei"/>
                <a:cs typeface="Arial"/>
              </a:rPr>
              <a:t>国际形势日报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97452" y="3169920"/>
            <a:ext cx="41970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2026 年 4 月 8 日（周三）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078" y="6061710"/>
            <a:ext cx="17918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AI 自动生成 | 每日更新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11049000" cy="5715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18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头条深度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0" y="571500"/>
            <a:ext cx="1905000" cy="381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130659" y="6762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🔴 高危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020" y="13601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美伊停火谈判陷入僵局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19335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霍尔木兹海峡持续关闭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476500"/>
            <a:ext cx="10287000" cy="304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14450" y="2790825"/>
            <a:ext cx="40471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特朗普设定 4 月 7 日晚 8 时为最后期限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4450" y="3171825"/>
            <a:ext cx="32913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要求伊朗重新开放霍尔木兹海峡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4450" y="3552825"/>
            <a:ext cx="52739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海峡关闭导致全球每日减少 1200-1500 万桶石油供应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4450" y="3933825"/>
            <a:ext cx="37842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伊朗已发射约 500 枚导弹袭击以色列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" y="4314825"/>
            <a:ext cx="4605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若谈判破裂，美国可能打击伊朗民用基础设施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6077902"/>
            <a:ext cx="23116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来源：新华网 | 俄罗斯卫星通讯社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71622" y="6077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 / 8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11049000" cy="5715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18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头条深度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0" y="571500"/>
            <a:ext cx="1905000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130659" y="6762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🟡 中危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020" y="13601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俄乌能源设施互袭升级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19335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谈判处于暂停状态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476500"/>
            <a:ext cx="10287000" cy="304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14450" y="2790825"/>
            <a:ext cx="41676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俄对乌克兰敖德萨发动大规模无人机袭击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4450" y="3171825"/>
            <a:ext cx="41676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乌反击袭击俄罗斯新罗西斯克港石油设施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4450" y="3552825"/>
            <a:ext cx="36637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俄罗斯境内约 50 万户家庭遭遇停电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4450" y="393382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乌称自 1 月底以来收复 480 平方公里领土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" y="4314825"/>
            <a:ext cx="35104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三方谈判暂停，双边接触仍在继续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60779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来源：网易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71622" y="6077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 / 8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11049000" cy="5715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18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区域要闻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333500"/>
            <a:ext cx="3429000" cy="4191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869791" y="1520190"/>
            <a:ext cx="832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🌏 亚太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1965960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台海：两岸关系持续冰封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225171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朝鲜：战术突击手定位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" y="2537460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日韩：重启海上联合演习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282321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南海：无人集群跨域协同演习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333500"/>
            <a:ext cx="3429000" cy="4191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603881" y="1520190"/>
            <a:ext cx="9842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🇪🇺 欧洲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6760" y="196596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能源危机：或演变为财政危机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6760" y="2251710"/>
            <a:ext cx="24490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欧盟政策：70% 欧洲制造遇阻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6760" y="2537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左翼力量：经济困境中复兴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191500" y="1333500"/>
            <a:ext cx="3429000" cy="4191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37847" y="152019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🌎 中东/美洲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6760" y="196596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伊朗：加大反击力度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6760" y="225171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美国：特朗普对协议不乐观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66760" y="2537460"/>
            <a:ext cx="25366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• OPEC+: 4 月起日增 20.6 万桶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71622" y="6077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 / 8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11049000" cy="5715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18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全球市场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333500"/>
            <a:ext cx="10287000" cy="4572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333500"/>
            <a:ext cx="10287000" cy="476250"/>
          </a:xfrm>
          <a:prstGeom prst="rect">
            <a:avLst/>
          </a:prstGeom>
          <a:solidFill>
            <a:srgbClr val="25355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87855" y="152114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类别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69105" y="152114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26605" y="152114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价格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7855" y="152114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涨跌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7855" y="204501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油价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69105" y="204501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布伦特原油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26605" y="2045018"/>
            <a:ext cx="10497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$109.30/桶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7855" y="2045018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-0.46%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69105" y="2378392"/>
            <a:ext cx="8032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WTI 原油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6605" y="2378392"/>
            <a:ext cx="10497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$103.20/桶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07855" y="23783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-8.67%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87855" y="2854642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金价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69105" y="285464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现货黄金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26605" y="2854642"/>
            <a:ext cx="15130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$4,774.65/盎司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07855" y="2854642"/>
            <a:ext cx="635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+1.46%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87855" y="3330892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美股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69105" y="3330892"/>
            <a:ext cx="813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标普 500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26605" y="3330892"/>
            <a:ext cx="8525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6,616.85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07855" y="33308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+0.08%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69105" y="36642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纳斯达克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26605" y="3664268"/>
            <a:ext cx="9609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22,017.85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07855" y="3664268"/>
            <a:ext cx="635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+0.10%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87855" y="414051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汇率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69105" y="4140518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美元/人民币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6605" y="4140518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6.8609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07855" y="41405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65" y="60779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数据来源：网易财经 | Mitrade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71622" y="6077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 / 8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11049000" cy="5715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18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简讯速读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333500"/>
            <a:ext cx="10287000" cy="4572000"/>
          </a:xfrm>
          <a:prstGeom prst="rect">
            <a:avLst/>
          </a:prstGeom>
          <a:solidFill>
            <a:srgbClr val="1A274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316355" y="1664018"/>
            <a:ext cx="4342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巴基斯坦拟定停火框架方案，拟先实现立即停火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6355" y="1997392"/>
            <a:ext cx="4253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伊朗称美以袭击造成超 10.5 万处民用设施受损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6355" y="2330768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乌克兰对俄罗斯列宁格勒州石油设施发动袭击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355" y="2664142"/>
            <a:ext cx="40860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俄罗斯防空系统 24 小时内击落 148 架无人机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355" y="2997518"/>
            <a:ext cx="39480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欧盟要求成员国限制能源补贴防止金融危机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355" y="3330892"/>
            <a:ext cx="2853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中国央行连续 17 个月增持黄金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6355" y="3664268"/>
            <a:ext cx="3356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日韩时隔九年重启海上搜救联合演习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355" y="3997642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⚡ 美国 3 月 CPI 数据今日公布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71622" y="6077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6 / 8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46142" y="2278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感谢观看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42510" y="3202305"/>
            <a:ext cx="25069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明日同一时间更新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86403" y="5585460"/>
            <a:ext cx="4219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数据来源：公开新闻报道 | 仅供参考，不构成投资建议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7054" y="60779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AI 自动生成 | 2026-04-08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