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欢迎收听今日国际形势日报。今天是2026年4月9日，星期四。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首先关注头条消息。美国总统特朗普4月8日宣布同意与伊朗停火两周。巴基斯坦提出的两步走方案成为关键。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第二条头条。俄罗斯国防部宣布完全控制卢甘斯克地区。顿涅茨克、扎波罗热等多方向持续激战。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来看区域要闻。亚太地区，中美关系出现积极信号。欧洲方面，匈牙利大选12日揭晓。中东，美伊谈判正在进行。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全球市场数据。布伦特原油109.18美元，涨幅7.93%。现货黄金4627美元，下跌3%。美联储降息预期降温。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一组简讯。OPEC+同意增产。中国外交部呼吁伊方停火。欧盟与澳大利亚达成贸易协定。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明日重点事件：美伊停火协议进展、匈牙利国会选举、美国CPI数据。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感谢收听。明天再见。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<Relationship Id="rId3" Type="http://schemas.openxmlformats.org/officeDocument/2006/relationships/image" Target="../media/image1.sv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  <Relationship Id="rId3" Type="http://schemas.openxmlformats.org/officeDocument/2006/relationships/image" Target="../media/image2.svg"/>
  <Relationship Id="rId4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png"/>
  <Relationship Id="rId3" Type="http://schemas.openxmlformats.org/officeDocument/2006/relationships/image" Target="../media/image3.svg"/>
  <Relationship Id="rId4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png"/>
  <Relationship Id="rId3" Type="http://schemas.openxmlformats.org/officeDocument/2006/relationships/image" Target="../media/image4.svg"/>
  <Relationship Id="rId4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png"/>
  <Relationship Id="rId3" Type="http://schemas.openxmlformats.org/officeDocument/2006/relationships/image" Target="../media/image5.svg"/>
  <Relationship Id="rId4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png"/>
  <Relationship Id="rId3" Type="http://schemas.openxmlformats.org/officeDocument/2006/relationships/image" Target="../media/image6.svg"/>
  <Relationship Id="rId4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png"/>
  <Relationship Id="rId3" Type="http://schemas.openxmlformats.org/officeDocument/2006/relationships/image" Target="../media/image7.svg"/>
  <Relationship Id="rId4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png"/>
  <Relationship Id="rId3" Type="http://schemas.openxmlformats.org/officeDocument/2006/relationships/image" Target="../media/image8.svg"/>
  <Relationship Id="rId4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