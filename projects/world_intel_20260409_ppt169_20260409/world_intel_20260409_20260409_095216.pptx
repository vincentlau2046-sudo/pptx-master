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59444" y="2278380"/>
            <a:ext cx="387311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🌍 国际形势日报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59770" y="3107055"/>
            <a:ext cx="36724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2026 年 4 月 9 日（周四）</a:t>
            </a:r>
          </a:p>
        </p:txBody>
      </p:sp>
      <p:sp>
        <p:nvSpPr>
          <p:cNvPr id="5" name="Rectangle 5"/>
          <p:cNvSpPr/>
          <p:nvPr/>
        </p:nvSpPr>
        <p:spPr>
          <a:xfrm>
            <a:off x="4191000" y="3619500"/>
            <a:ext cx="3810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074682" y="4124325"/>
            <a:ext cx="20426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2E8F0"/>
                </a:solidFill>
                <a:latin typeface="Source Han Sans CN"/>
                <a:ea typeface="Microsoft YaHei"/>
                <a:cs typeface="Source Han Sans CN"/>
              </a:rPr>
              <a:t>阅读耗时：约 5 分钟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12183" y="6061710"/>
            <a:ext cx="31676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ource Han Sans CN"/>
                <a:ea typeface="Microsoft YaHei"/>
                <a:cs typeface="Source Han Sans CN"/>
              </a:rPr>
              <a:t>美伊停火现曙光 | 俄乌冲突进入深度胶着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80947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头条 1：美伊停火现曙光 🟡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1187768"/>
            <a:ext cx="49831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特朗普同意与伊朗停火两周，巴基斯坦提出"两步走"策略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16802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影响：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6260" y="1965960"/>
            <a:ext cx="34655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全球油价回落，布伦特原油从 110 美元下跌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6260" y="2251710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股市风险偏好回升，欧美亚股市集体上涨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6260" y="253746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霍尔木兹海峡通航有望恢复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6260" y="30137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风险：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6260" y="3299460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以色列尚未明确表态支持停火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6260" y="3585210"/>
            <a:ext cx="35093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伊朗要求安全保障条款，双方立场仍有差距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6260" y="387096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过去多次停火协议破裂，市场信任度低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4476750"/>
            <a:ext cx="952500" cy="28575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62535" y="455390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🟡 中等风险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5327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头条 2：俄乌冲突深度胶着 🔴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1187768"/>
            <a:ext cx="41748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俄军控制卢甘斯克全境，单日战斗冲突达 120 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16802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影响：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6260" y="1965960"/>
            <a:ext cx="3526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乌克兰提出"能源休战"提议，俄方尚未回应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6260" y="2251710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美俄乌三方谈判处于暂停状态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6260" y="2537460"/>
            <a:ext cx="26330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双方持续打击对方能源基础设施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6260" y="30137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风险：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6260" y="329946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前线平民伤亡持续，人道主义危机加剧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6260" y="3585210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冲突长期化趋势明显，和平谈判进程停滞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6260" y="3870960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可能外溢至周边国家，影响欧洲能源安全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4476750"/>
            <a:ext cx="952500" cy="285750"/>
          </a:xfrm>
          <a:prstGeom prst="rect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39211" y="4553902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🔴 高风险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区域要闻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1171575"/>
            <a:ext cx="157929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📍 亚太（3 条）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6760" y="1537335"/>
            <a:ext cx="28083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中美经贸磋商继续，双方保持沟通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760" y="1823085"/>
            <a:ext cx="28083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朝鲜半岛局势稳定，各方呼吁对话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760" y="2108835"/>
            <a:ext cx="28083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南海局势平稳，渔业合作持续推进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2450" y="2552700"/>
            <a:ext cx="157929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📍 欧洲（2 条）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760" y="2918460"/>
            <a:ext cx="28083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欧盟能源部长会议讨论天然气储备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3204210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北约成员国军费开支持续增加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2450" y="3648075"/>
            <a:ext cx="216586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📍 中东/美洲（2 条）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4013835"/>
            <a:ext cx="26769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OPEC+ 讨论增产计划，油价承压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760" y="4299585"/>
            <a:ext cx="29836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• 美国中期选举临近，外交政策成焦点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全球市场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11049000" cy="47625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7260" y="14135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类别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42260" y="14135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最新价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47260" y="14135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涨跌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52260" y="14135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幅度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57260" y="14135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趋势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714500"/>
            <a:ext cx="11049000" cy="47625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7260" y="18897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布伦特原油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42260" y="1889760"/>
            <a:ext cx="6438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$108/桶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47260" y="1889760"/>
            <a:ext cx="3196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3E3E"/>
                </a:solidFill>
                <a:latin typeface="Source Han Sans CN"/>
                <a:ea typeface="Microsoft YaHei"/>
                <a:cs typeface="Source Han Sans CN"/>
              </a:rPr>
              <a:t>↓$2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2260" y="1889760"/>
            <a:ext cx="4686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3E3E"/>
                </a:solidFill>
                <a:latin typeface="Source Han Sans CN"/>
                <a:ea typeface="Microsoft YaHei"/>
                <a:cs typeface="Source Han Sans CN"/>
              </a:rPr>
              <a:t>-1.8%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57260" y="1889760"/>
            <a:ext cx="5299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↘ 回落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190750"/>
            <a:ext cx="11049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7260" y="23660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黄金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42260" y="2366010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$4,780/盎司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47260" y="2366010"/>
            <a:ext cx="3196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↑$6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2260" y="2366010"/>
            <a:ext cx="4686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+0.1%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57260" y="2366010"/>
            <a:ext cx="5299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↗ 上涨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2667000"/>
            <a:ext cx="11049000" cy="47625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7260" y="2842260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标普 500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42260" y="284226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5,280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47260" y="28422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↑+28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2260" y="284226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+0.5%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57260" y="2842260"/>
            <a:ext cx="5299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↗ 上涨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143250"/>
            <a:ext cx="11049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7260" y="33185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恒生指数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42260" y="3318510"/>
            <a:ext cx="5650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18,250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47260" y="3318510"/>
            <a:ext cx="4686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↑+120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2260" y="331851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+0.7%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57260" y="3318510"/>
            <a:ext cx="5299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↗ 上涨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619500"/>
            <a:ext cx="11049000" cy="47625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37260" y="3794760"/>
            <a:ext cx="10031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美元/人民币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842260" y="37947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7.23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47260" y="3794760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D8936"/>
                </a:solidFill>
                <a:latin typeface="Source Han Sans CN"/>
                <a:ea typeface="Microsoft YaHei"/>
                <a:cs typeface="Source Han Sans CN"/>
              </a:rPr>
              <a:t>→0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652260" y="37947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Source Han Sans CN"/>
                <a:ea typeface="Microsoft YaHei"/>
                <a:cs typeface="Source Han Sans CN"/>
              </a:rPr>
              <a:t>0.0%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57260" y="3794760"/>
            <a:ext cx="5299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Source Han Sans CN"/>
                <a:ea typeface="Microsoft YaHei"/>
                <a:cs typeface="Source Han Sans CN"/>
              </a:rPr>
              <a:t>→ 平稳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简讯速读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805AD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203960"/>
            <a:ext cx="57001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1. OPEC+ 同意 4 月起每日增产 20.6 万桶，实际实施待霍尔木兹海峡重开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6760" y="1584960"/>
            <a:ext cx="36057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2. 欧盟与南方共同市场贸易协定谈判取得进展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760" y="1965960"/>
            <a:ext cx="38599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3. 中国央行继续增持黄金储备，连续 18 个月增加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760" y="2346960"/>
            <a:ext cx="2904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4. 日本央行维持超宽松货币政策不变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6760" y="2727960"/>
            <a:ext cx="43155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5. 印度宣布增加可再生能源投资，目标 2030 年 500GW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760" y="3108960"/>
            <a:ext cx="31238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6. 巴西总统呼吁 G20 加强全球治理改革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3489960"/>
            <a:ext cx="37810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7. 非洲联盟推动大陆自贸区建设，降低关税壁垒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3870960"/>
            <a:ext cx="34129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8. 联合国气候大会筹备工作加速，11 月召开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今日看点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11049000" cy="47625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7260" y="14135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时间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42260" y="14135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事件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99760" y="141351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重要性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81010" y="14135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预期影响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714500"/>
            <a:ext cx="11049000" cy="5715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38212" y="18311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4 月 10 日 08:00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43212" y="1831181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美伊停火协议最终期限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00712" y="1831181"/>
            <a:ext cx="3325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53E3E"/>
                </a:solidFill>
                <a:latin typeface="Source Han Sans CN"/>
                <a:ea typeface="Microsoft YaHei"/>
                <a:cs typeface="Source Han Sans CN"/>
              </a:rPr>
              <a:t>🔴 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81962" y="183118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油价波动、地缘风险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286000"/>
            <a:ext cx="110490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38212" y="2402681"/>
            <a:ext cx="11951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4 月 10 日 14:00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43212" y="24026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欧盟能源部长会议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00712" y="2402681"/>
            <a:ext cx="3325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D8936"/>
                </a:solidFill>
                <a:latin typeface="Source Han Sans CN"/>
                <a:ea typeface="Microsoft YaHei"/>
                <a:cs typeface="Source Han Sans CN"/>
              </a:rPr>
              <a:t>🟡 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81962" y="240268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天然气储备政策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857500"/>
            <a:ext cx="11049000" cy="5715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38212" y="29741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4 月 10 日 20:30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43212" y="29741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美国 CPI 数据发布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00712" y="2974181"/>
            <a:ext cx="3325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D8936"/>
                </a:solidFill>
                <a:latin typeface="Source Han Sans CN"/>
                <a:ea typeface="Microsoft YaHei"/>
                <a:cs typeface="Source Han Sans CN"/>
              </a:rPr>
              <a:t>🟡 中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1962" y="297418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美联储政策预期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429000"/>
            <a:ext cx="110490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38212" y="3545681"/>
            <a:ext cx="11951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4 月 11 日 09:00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43212" y="35456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中国贸易数据发布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00712" y="3545681"/>
            <a:ext cx="3325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🟢 低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81962" y="354568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进出口贸易趋势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4000500"/>
            <a:ext cx="11049000" cy="5715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38212" y="4117181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4 月 11 日 15:00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43212" y="4117181"/>
            <a:ext cx="12197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OPEC+ 月度会议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00712" y="4117181"/>
            <a:ext cx="3325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D8936"/>
                </a:solidFill>
                <a:latin typeface="Source Han Sans CN"/>
                <a:ea typeface="Microsoft YaHei"/>
                <a:cs typeface="Source Han Sans CN"/>
              </a:rPr>
              <a:t>🟡 中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81962" y="411718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A5568"/>
                </a:solidFill>
                <a:latin typeface="Source Han Sans CN"/>
                <a:ea typeface="Microsoft YaHei"/>
                <a:cs typeface="Source Han Sans CN"/>
              </a:rPr>
              <a:t>原油产量政策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37785" y="234315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感谢阅读</a:t>
            </a:r>
          </a:p>
        </p:txBody>
      </p:sp>
      <p:sp>
        <p:nvSpPr>
          <p:cNvPr id="4" name="Rectangle 4"/>
          <p:cNvSpPr/>
          <p:nvPr/>
        </p:nvSpPr>
        <p:spPr>
          <a:xfrm>
            <a:off x="4191000" y="2952750"/>
            <a:ext cx="3810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33888" y="3362325"/>
            <a:ext cx="3324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明日预告：美伊停火协议最终结果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07125" y="3854768"/>
            <a:ext cx="25777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18096"/>
                </a:solidFill>
                <a:latin typeface="Source Han Sans CN"/>
                <a:ea typeface="Microsoft YaHei"/>
                <a:cs typeface="Source Han Sans CN"/>
              </a:rPr>
              <a:t>欧盟能源政策 | 美国 CPI 数据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92599" y="6061710"/>
            <a:ext cx="26068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ource Han Sans CN"/>
                <a:ea typeface="Microsoft YaHei"/>
                <a:cs typeface="Source Han Sans CN"/>
              </a:rPr>
              <a:t>国际形势日报 | 2026 年 4 月 9 日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