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7.png"/>
  <Relationship Id="rId3" Type="http://schemas.openxmlformats.org/officeDocument/2006/relationships/image" Target="../media/image17.sv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8.png"/>
  <Relationship Id="rId3" Type="http://schemas.openxmlformats.org/officeDocument/2006/relationships/image" Target="../media/image18.sv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9.png"/>
  <Relationship Id="rId3" Type="http://schemas.openxmlformats.org/officeDocument/2006/relationships/image" Target="../media/image19.sv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0.png"/>
  <Relationship Id="rId3" Type="http://schemas.openxmlformats.org/officeDocument/2006/relationships/image" Target="../media/image20.svg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1.png"/>
  <Relationship Id="rId3" Type="http://schemas.openxmlformats.org/officeDocument/2006/relationships/image" Target="../media/image21.sv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2.png"/>
  <Relationship Id="rId3" Type="http://schemas.openxmlformats.org/officeDocument/2006/relationships/image" Target="../media/image22.sv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3.png"/>
  <Relationship Id="rId3" Type="http://schemas.openxmlformats.org/officeDocument/2006/relationships/image" Target="../media/image23.sv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4.png"/>
  <Relationship Id="rId3" Type="http://schemas.openxmlformats.org/officeDocument/2006/relationships/image" Target="../media/image24.sv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5.png"/>
  <Relationship Id="rId3" Type="http://schemas.openxmlformats.org/officeDocument/2006/relationships/image" Target="../media/image25.svg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6.png"/>
  <Relationship Id="rId3" Type="http://schemas.openxmlformats.org/officeDocument/2006/relationships/image" Target="../media/image26.svg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7.png"/>
  <Relationship Id="rId3" Type="http://schemas.openxmlformats.org/officeDocument/2006/relationships/image" Target="../media/image27.svg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8.png"/>
  <Relationship Id="rId3" Type="http://schemas.openxmlformats.org/officeDocument/2006/relationships/image" Target="../media/image28.svg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9.png"/>
  <Relationship Id="rId3" Type="http://schemas.openxmlformats.org/officeDocument/2006/relationships/image" Target="../media/image29.svg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0.png"/>
  <Relationship Id="rId3" Type="http://schemas.openxmlformats.org/officeDocument/2006/relationships/image" Target="../media/image30.svg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1.png"/>
  <Relationship Id="rId3" Type="http://schemas.openxmlformats.org/officeDocument/2006/relationships/image" Target="../media/image31.svg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2.png"/>
  <Relationship Id="rId3" Type="http://schemas.openxmlformats.org/officeDocument/2006/relationships/image" Target="../media/image32.svg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3.png"/>
  <Relationship Id="rId3" Type="http://schemas.openxmlformats.org/officeDocument/2006/relationships/image" Target="../media/image33.svg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4.png"/>
  <Relationship Id="rId3" Type="http://schemas.openxmlformats.org/officeDocument/2006/relationships/image" Target="../media/image34.svg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5.png"/>
  <Relationship Id="rId3" Type="http://schemas.openxmlformats.org/officeDocument/2006/relationships/image" Target="../media/image35.svg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6.png"/>
  <Relationship Id="rId3" Type="http://schemas.openxmlformats.org/officeDocument/2006/relationships/image" Target="../media/image36.svg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7.png"/>
  <Relationship Id="rId3" Type="http://schemas.openxmlformats.org/officeDocument/2006/relationships/image" Target="../media/image37.svg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8.png"/>
  <Relationship Id="rId3" Type="http://schemas.openxmlformats.org/officeDocument/2006/relationships/image" Target="../media/image38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